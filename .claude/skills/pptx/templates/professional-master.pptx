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  <a:latin typeface="Arial"/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64748B"/>
                </a:solidFill>
                <a:latin typeface="Arial"/>
              </a:defRPr>
            </a:pPr>
            <a:r>
              <a:t>Subtitle or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0" b="1">
                <a:solidFill>
                  <a:srgbClr val="1E3A8A"/>
                </a:solidFill>
                <a:latin typeface="Arial"/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3A8A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1002975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1E293B"/>
                </a:solidFill>
                <a:latin typeface="Arial"/>
              </a:defRPr>
            </a:pPr>
            <a:r>
              <a:t>• Bullet point 1</a:t>
            </a:r>
          </a:p>
          <a:p>
            <a:pPr>
              <a:spcBef>
                <a:spcPts val="1200"/>
              </a:spcBef>
              <a:defRPr sz="2400">
                <a:solidFill>
                  <a:srgbClr val="1E293B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Bef>
                <a:spcPts val="1200"/>
              </a:spcBef>
              <a:defRPr sz="2400">
                <a:solidFill>
                  <a:srgbClr val="1E293B"/>
                </a:solidFill>
                <a:latin typeface="Arial"/>
              </a:defRPr>
            </a:pPr>
            <a:r>
              <a:t>• 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5486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1E293B"/>
                </a:solidFill>
                <a:latin typeface="Arial"/>
              </a:defRPr>
            </a:pPr>
            <a:r>
              <a:t>• Key point 1</a:t>
            </a:r>
          </a:p>
          <a:p>
            <a:pPr>
              <a:spcBef>
                <a:spcPts val="1000"/>
              </a:spcBef>
              <a:defRPr sz="2200">
                <a:solidFill>
                  <a:srgbClr val="1E293B"/>
                </a:solidFill>
                <a:latin typeface="Arial"/>
              </a:defRPr>
            </a:pPr>
            <a:r>
              <a:t>• Key point 2</a:t>
            </a:r>
          </a:p>
          <a:p>
            <a:pPr>
              <a:spcBef>
                <a:spcPts val="1000"/>
              </a:spcBef>
              <a:defRPr sz="2200">
                <a:solidFill>
                  <a:srgbClr val="1E293B"/>
                </a:solidFill>
                <a:latin typeface="Arial"/>
              </a:defRPr>
            </a:pPr>
            <a:r>
              <a:t>• Key 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82496"/>
            <a:ext cx="5333695" cy="4718304"/>
          </a:xfrm>
          <a:prstGeom prst="rect">
            <a:avLst/>
          </a:prstGeom>
          <a:noFill/>
          <a:ln w="12700">
            <a:solidFill>
              <a:srgbClr val="64748B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800">
                <a:solidFill>
                  <a:srgbClr val="64748B"/>
                </a:solidFill>
                <a:latin typeface="Arial"/>
              </a:defRPr>
            </a:pPr>
            <a:r>
              <a:t>[Image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  <a:latin typeface="Arial"/>
              </a:defRPr>
            </a:pPr>
            <a:r>
              <a:t>Data &amp;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82496"/>
            <a:ext cx="11277295" cy="4718304"/>
          </a:xfrm>
          <a:prstGeom prst="rect">
            <a:avLst/>
          </a:prstGeom>
          <a:noFill/>
          <a:ln w="6350">
            <a:solidFill>
              <a:srgbClr val="64748B"/>
            </a:solidFill>
            <a:prstDash val="sysDash"/>
          </a:ln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748B"/>
                </a:solidFill>
                <a:latin typeface="Arial"/>
              </a:defRPr>
            </a:pPr>
            <a:r>
              <a:t>[Chart/Table/Data Visualization Area]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800"/>
              </a:spcBef>
              <a:defRPr sz="2400">
                <a:solidFill>
                  <a:srgbClr val="1E293B"/>
                </a:solidFill>
                <a:latin typeface="Arial"/>
              </a:defRPr>
            </a:pPr>
            <a:r>
              <a:t>Questions?</a:t>
            </a:r>
          </a:p>
          <a:p>
            <a:pPr algn="ctr">
              <a:spcBef>
                <a:spcPts val="800"/>
              </a:spcBef>
              <a:defRPr sz="2400">
                <a:solidFill>
                  <a:srgbClr val="1E293B"/>
                </a:solidFill>
                <a:latin typeface="Arial"/>
              </a:defRPr>
            </a:pPr>
            <a:r>
              <a:t>contact@example.com</a:t>
            </a:r>
          </a:p>
          <a:p>
            <a:pPr algn="ctr">
              <a:spcBef>
                <a:spcPts val="800"/>
              </a:spcBef>
              <a:defRPr sz="2400">
                <a:solidFill>
                  <a:srgbClr val="1E293B"/>
                </a:solidFill>
                <a:latin typeface="Arial"/>
              </a:defRPr>
            </a:pPr>
            <a: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